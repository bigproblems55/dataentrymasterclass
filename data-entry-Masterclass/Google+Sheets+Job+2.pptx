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D48EE-249F-DCA9-BAD7-AC8EE0BD1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8AD3C-E12B-582B-459D-B57CE4464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F1DC6-9988-CA86-B015-9E8C25656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F08-940F-4C86-B6D0-04DC295FD762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9E46C-F831-0FFE-F0C6-681222286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4C6B9-E6E1-93FF-8A23-D8AA8CE66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C00D-7F04-4B53-8443-4AEB8001C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85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EBA89-6610-5979-2E7C-E5FAD8056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F1370-7BB5-D50D-D8AD-F034E81B1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11036-0A0E-FB6B-A757-8A274CA8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F08-940F-4C86-B6D0-04DC295FD762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C5C30-C163-8CE3-E20B-96AB728E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C3984-01B2-4E10-2A22-976F8BFC9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C00D-7F04-4B53-8443-4AEB8001C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26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01B69-B2CC-4808-61DE-9A4731D99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80674-3014-C046-05EC-E23501BA5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957AB-247F-1FA9-A54C-62DD5E93C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F08-940F-4C86-B6D0-04DC295FD762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81614-2ABD-194C-01E5-48B1A40CE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EB6C5-7172-1E65-AE56-3BB7F43BA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C00D-7F04-4B53-8443-4AEB8001C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1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70E0-620E-7B1B-D9C4-9364444E9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83671-3F3E-ED17-3B12-734C94914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55CB0-35C9-6D12-5752-71C6EF66C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E7C17-5722-C0C3-ECBD-1B27EA4B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F08-940F-4C86-B6D0-04DC295FD762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74034-A281-197C-7F16-F59DB3F5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CF4AB-4B52-0DCF-CD5B-A7BCF758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C00D-7F04-4B53-8443-4AEB8001C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85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AD49-947A-C72F-53CC-19A65CE5E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9DB9F-441A-5229-0B16-B3473ABF6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E8854-0AFF-03F0-9F60-BA368426B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290DE8-FE72-9B7D-A586-D1EC36A0B8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6127AF-8F22-3DA8-CBD3-55C7456C97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495B6D-73F2-9E58-C5CD-BEE733CF9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F08-940F-4C86-B6D0-04DC295FD762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3C5733-45A7-D614-8324-FE296E79D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B80F93-82F4-448E-0411-7402F7E4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C00D-7F04-4B53-8443-4AEB8001C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29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1803D-1F68-4209-ABCD-F1B8C642A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FDF7E2-DF93-B274-257B-6728C6972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F08-940F-4C86-B6D0-04DC295FD762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0AF05-BBEC-8B04-59CA-8434CE4D0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6A0DF-7785-3F9A-6BA9-B96D64B07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C00D-7F04-4B53-8443-4AEB8001C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771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FA812C-472F-7EA7-C41A-7B12C527C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F08-940F-4C86-B6D0-04DC295FD762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5DD276-BC4A-75B4-9375-09A8CC8BF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68AED-9ECA-4607-13B5-1803F661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C00D-7F04-4B53-8443-4AEB8001C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28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CAB37-A935-3287-6F2A-4343965C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6B0F5-E4F6-E2F1-4493-C10EDBA2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9FEAC-4795-C6AE-0EC6-100DA9D84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322C2-12E6-DFFA-8059-E37648B8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F08-940F-4C86-B6D0-04DC295FD762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62C47-A0E5-00B0-5819-59A8BF79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831B1-0842-76D9-6FDC-85C1A7BF2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C00D-7F04-4B53-8443-4AEB8001C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01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E316E-9C11-D5E0-13B4-9509C9C9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250FF2-CC66-5448-C3F1-475CACC90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149C1-B2EB-6014-AA0C-140BC59D2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538D2-669E-3381-05DE-50DCFE11F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F08-940F-4C86-B6D0-04DC295FD762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AC519-6310-0727-E9B9-CF98AE97C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40252-8C44-041A-7EEA-047A56AA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C00D-7F04-4B53-8443-4AEB8001C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64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55402-3FC1-4B35-17D1-8EE8717F5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BA754-5AAB-9F04-8D3B-49237DAB6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CCCE5-4D31-9C6F-0EF9-769C1F069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F08-940F-4C86-B6D0-04DC295FD762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B88E5-0A63-987F-7C1E-FADA93CD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34B9B-891F-A2BF-8419-B5748452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C00D-7F04-4B53-8443-4AEB8001C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75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665993-72C7-CEC6-6F99-EE4939D69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B97DD5-8EA1-9F1B-8629-C8EF8DF96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39232-6B00-58FE-65B0-D74A301D7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F08-940F-4C86-B6D0-04DC295FD762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6BD41-70BD-3F97-68A1-0A3EDAF27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FAF20-0525-0149-41DB-D6A079ED0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6C00D-7F04-4B53-8443-4AEB8001C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27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6B467F-C286-776D-8F2C-C744CE9D0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23E18-801C-0964-6FDE-0930356AA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E0FF2-2B9B-64EE-59BD-8C25C4A64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36DF08-940F-4C86-B6D0-04DC295FD762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1B83F-EFE3-2248-BAA7-F7310E804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FCEB4-563B-935A-622A-CE1D27BD1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6C00D-7F04-4B53-8443-4AEB8001C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0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6654-0755-A8AC-D887-A9DC89DA3B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Sales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89B84-D613-8A26-20C9-611FB7AB87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Offline Sales Channel</a:t>
            </a:r>
          </a:p>
        </p:txBody>
      </p:sp>
    </p:spTree>
    <p:extLst>
      <p:ext uri="{BB962C8B-B14F-4D97-AF65-F5344CB8AC3E}">
        <p14:creationId xmlns:p14="http://schemas.microsoft.com/office/powerpoint/2010/main" val="2799064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6654-0755-A8AC-D887-A9DC89DA3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9995"/>
            <a:ext cx="9144000" cy="855662"/>
          </a:xfrm>
        </p:spPr>
        <p:txBody>
          <a:bodyPr>
            <a:normAutofit fontScale="90000"/>
          </a:bodyPr>
          <a:lstStyle/>
          <a:p>
            <a:r>
              <a:rPr lang="en-US" dirty="0"/>
              <a:t>Belgium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63B073-6128-4F93-2ADF-8C0F968F7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501" y="1101020"/>
            <a:ext cx="8454528" cy="574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672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6654-0755-A8AC-D887-A9DC89DA3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9995"/>
            <a:ext cx="9144000" cy="855662"/>
          </a:xfrm>
        </p:spPr>
        <p:txBody>
          <a:bodyPr>
            <a:normAutofit fontScale="90000"/>
          </a:bodyPr>
          <a:lstStyle/>
          <a:p>
            <a:r>
              <a:rPr lang="en-US" dirty="0"/>
              <a:t>United States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547E2-2B89-4AC7-E5B6-CC976C7C1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967" y="1075198"/>
            <a:ext cx="8053473" cy="556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648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6654-0755-A8AC-D887-A9DC89DA3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9995"/>
            <a:ext cx="9144000" cy="855662"/>
          </a:xfrm>
        </p:spPr>
        <p:txBody>
          <a:bodyPr>
            <a:normAutofit fontScale="90000"/>
          </a:bodyPr>
          <a:lstStyle/>
          <a:p>
            <a:r>
              <a:rPr lang="en-US" dirty="0"/>
              <a:t>United Kingdom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EA74D-566A-9B4F-B924-DFD1DC477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650" y="1050889"/>
            <a:ext cx="8603595" cy="580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08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Sales Data</vt:lpstr>
      <vt:lpstr>Belgium</vt:lpstr>
      <vt:lpstr>United States</vt:lpstr>
      <vt:lpstr>United Kingdom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</dc:title>
  <dc:creator>George S</dc:creator>
  <cp:lastModifiedBy>George S</cp:lastModifiedBy>
  <cp:revision>1</cp:revision>
  <dcterms:created xsi:type="dcterms:W3CDTF">2024-03-16T17:11:20Z</dcterms:created>
  <dcterms:modified xsi:type="dcterms:W3CDTF">2024-03-16T17:14:47Z</dcterms:modified>
</cp:coreProperties>
</file>